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从上一阶段调好的共享宽度继续，汇报范围仅是HaGRID手势识别，不涉及动作识别。本阶段完成两项主实验：节点级多宽度对照，以及冻结模型的Cycle响应波动验证。所有工作复用786个有效关键点样本和三组用户不重叠划分，没有重新下载数据。多宽度搜索共9组，每组两轮，累计32256个定向候选配置和290304次分类Ridge拟合；重复拟合不是新增独立样本。Cycle实验是10个关键点种子与10个响应抽样种子交叉，23条件、2模型，共3615600条预测。这里用真实实验规模和交付体现阶段工作，不把计算时间解释成一周人工工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输入是42维归一化关键点，经冻结PCA等变成16维量化输入；每维查询16通道响应后得到256个原始响应，再经标准化和单维校准、跨维乘积得到256维联合RBF。多宽度是在每个联合节点j使用一个sigma_j，16个输入维度共享该节点宽度。它不是把8组宽度全部拼接，不是16条器件曲线物理宽度已被改变。宽度池是0.125、0.175、0.25、0.3、0.35、0.5、0.7、1。定向从已调优单宽度初始化、固定节点顺序种子42、最多两轮、每组90秒；实际9组均完成两轮。只接受验证平均Macro-F1严格改善，外层评价前锁定全部配置。随机组每节点独立均匀抽取，种子0到9全部报告。校准列预计算是多输出Ridge列独立性的等价实现，已与完整目标重拟合核对最大差约5e-14。定向比随机用了更多验证预算，不是预算公平的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是每类扰动规定强度含干净的等权平均Macro-F1，再对10个扰动种子平均；随机组再平均10个宽度种子，不选择最佳一次。定向相对共享单宽度，抖动下降0.27个百分点，缺失提高0.40个百分点，离群提高0.64个百分点。严重缺失14点0.7169到0.7243，严重离群14点0.6023到0.6090；20%抖动0.8650到0.8584。因此多宽度不是普遍有效。所有组验证分数都改善但外层并非全部改善，说明额外验证搜索可能不能泛化。干净Macro-F1也必须报告：抖动/缺失专项约0.9821降到0.9796，离群专项0.9616升到0.9757。每种扰动单独选配置，不是统一未知扰动自适应模型。来源：artifacts/hagrid_hardware_multiwidth_v1/comparison.csv及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冻结所有模型，不训练不选参。每个样本随机抽一个Cycle索引，16个输入与16个通道共用，两种模型也共用；10个Cycle种子与10个关键点种子完整交叉，没有原模拟器的额外1%到5%噪声。干净关键点下Macro-F1变化很小，约负0.26到正0.07个百分点。严重缺失14点，单宽度下降约5.16个百分点、多宽度下降约4.88个百分点；Cycle下多宽度仍高约1.01个百分点。严重离群多宽度仍高约0.60个百分点；20%与70%抖动仍略低。表中箭头是平均响应到单次Cycle的变化，均为Macro-F1。图中误差棒先对关键点种子平均，再计算Cycle种子标准差，不是独立测试置信区间。训练均值已用全部400个Cycle，因此不声称未见Cycle泛化；没有新器件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阶段不是只有一次模型训练：完成固定协议、单宽度与随机/定向多宽度对照、校准数学等价性检查、独立模型重载、Cycle交叉评价和结果归档。结论是多宽度有条件性的小收益，Cycle变化没有让所有模型失效，但严重缺失更敏感。接下来应先固定宽度，分别比较均值校准、只做多Cycle校准、校准和分类头都做多Cycle训练。训练和验证仅在相应样本上进行，预先固定Cycle抽样方案，控制重复样本导致的正则强度变化；独立Cycle池也不能被说成新设备。验证锁定后再评价，报告干净与各扰动的收益代价。当前结果仍来自重复使用的开发用户，没有测试新硬件的能耗延迟或实际物理调宽，最终确认需要新的独立数据安排。本轮所有代码、原数据和先前结果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0"/>
            <a:ext cx="1716881" cy="6400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4630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6327648"/>
            <a:ext cx="1737360" cy="3594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38912"/>
            <a:ext cx="108813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FYP · HaGRID 手势识别 | 阶段周报 · 2026.10.26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0704"/>
            <a:ext cx="1115568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6375B"/>
                </a:solidFill>
                <a:latin typeface="Microsoft YaHei"/>
                <a:ea typeface="Microsoft YaHei"/>
              </a:defRPr>
            </a:pPr>
            <a:r>
              <a:t>从共享宽度，推进到节点级多宽度与响应波动验证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6364224"/>
            <a:ext cx="83210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HaGRID / FYP_2026 · 已有响应库软件仿真 · 开发集探索性结果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36792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76FAD"/>
                </a:solidFill>
                <a:latin typeface="Microsoft YaHei"/>
                <a:ea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73936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76FAD"/>
                </a:solidFill>
                <a:latin typeface="Microsoft YaHei"/>
                <a:ea typeface="Microsoft YaHei"/>
              </a:defRPr>
            </a:pPr>
            <a:r>
              <a:t>研究问题：不同节点采用不同目标宽度，收益能否保留到Cycle响应变化下？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5394960" cy="141732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51206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76FAD"/>
                </a:solidFill>
                <a:latin typeface="Microsoft YaHei"/>
                <a:ea typeface="Microsoft YaHei"/>
              </a:defRPr>
            </a:pPr>
            <a:r>
              <a:t>01  固定公平对照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27248"/>
            <a:ext cx="512064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输入映射、256中心、数据划分与扰动缓存不变；</a:t>
            </a:r>
          </a:p>
          <a:p>
            <a:pPr>
              <a:spcAft>
                <a:spcPts val="700"/>
              </a:spcAft>
              <a:defRPr sz="16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保留原共享单宽度，不覆盖历史结果。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468880"/>
            <a:ext cx="5394960" cy="141732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606040"/>
            <a:ext cx="51206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76FAD"/>
                </a:solidFill>
                <a:latin typeface="Microsoft YaHei"/>
                <a:ea typeface="Microsoft YaHei"/>
              </a:defRPr>
            </a:pPr>
            <a:r>
              <a:t>02  节点级多宽度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127248"/>
            <a:ext cx="512064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定向坐标搜索 + 10组随机宽度；</a:t>
            </a:r>
          </a:p>
          <a:p>
            <a:pPr>
              <a:spcAft>
                <a:spcPts val="700"/>
              </a:spcAft>
              <a:defRPr sz="16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共同宽度池，仍为256维输出。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114800"/>
            <a:ext cx="5394960" cy="141732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51206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76FAD"/>
                </a:solidFill>
                <a:latin typeface="Microsoft YaHei"/>
                <a:ea typeface="Microsoft YaHei"/>
              </a:defRPr>
            </a:pPr>
            <a:r>
              <a:t>03  响应波动验证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73168"/>
            <a:ext cx="512064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10 × 10种子交叉、23个条件、2组冻结模型；</a:t>
            </a:r>
          </a:p>
          <a:p>
            <a:pPr>
              <a:spcAft>
                <a:spcPts val="700"/>
              </a:spcAft>
              <a:defRPr sz="16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复核均值响应与单次Cycle的差异。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14800"/>
            <a:ext cx="5394960" cy="1417320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51960"/>
            <a:ext cx="51206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76FAD"/>
                </a:solidFill>
                <a:latin typeface="Microsoft YaHei"/>
                <a:ea typeface="Microsoft YaHei"/>
              </a:defRPr>
            </a:pPr>
            <a:r>
              <a:t>04  可复现交付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773168"/>
            <a:ext cx="512064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配置、模型、逐样本分数、混淆矩阵与曲线；</a:t>
            </a:r>
          </a:p>
          <a:p>
            <a:pPr>
              <a:spcAft>
                <a:spcPts val="700"/>
              </a:spcAft>
              <a:defRPr sz="16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完成源文件哈希、模型重载和公式核对。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6877D"/>
                </a:solidFill>
                <a:latin typeface="Microsoft YaHei"/>
                <a:ea typeface="Microsoft YaHei"/>
              </a:defRPr>
            </a:pPr>
            <a:r>
              <a:t>786个有效样本 / 786用户   ·   32,256个定向候选   ·   361.56万条组合预测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0"/>
            <a:ext cx="1716881" cy="6400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4630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6327648"/>
            <a:ext cx="1737360" cy="3594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38912"/>
            <a:ext cx="108813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FYP · HaGRID 手势识别 | 阶段周报 · 2026.10.26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0704"/>
            <a:ext cx="1115568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6375B"/>
                </a:solidFill>
                <a:latin typeface="Microsoft YaHei"/>
                <a:ea typeface="Microsoft YaHei"/>
              </a:defRPr>
            </a:pPr>
            <a:r>
              <a:t>多宽度实验：只改变目标宽度分配，不增加节点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6364224"/>
            <a:ext cx="83210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HaGRID / FYP_2026 · 已有响应库软件仿真 · 开发集探索性结果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36792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76FAD"/>
                </a:solidFill>
                <a:latin typeface="Microsoft YaHei"/>
                <a:ea typeface="Microsoft YaHei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74519"/>
            <a:ext cx="2048256" cy="1170432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79"/>
            <a:ext cx="177393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76FAD"/>
                </a:solidFill>
                <a:latin typeface="Microsoft YaHei"/>
                <a:ea typeface="Microsoft YaHei"/>
              </a:defRPr>
            </a:pPr>
            <a:r>
              <a:t>16维输入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32887"/>
            <a:ext cx="1773936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固定量化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2249424"/>
            <a:ext cx="256032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76FAD"/>
                </a:solidFill>
                <a:latin typeface="Microsoft YaHei"/>
                <a:ea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2072" y="1874519"/>
            <a:ext cx="2048256" cy="1170432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2011679"/>
            <a:ext cx="177393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76FAD"/>
                </a:solidFill>
                <a:latin typeface="Microsoft YaHei"/>
                <a:ea typeface="Microsoft YaHei"/>
              </a:defRPr>
            </a:pPr>
            <a:r>
              <a:t>16×16响应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532887"/>
            <a:ext cx="1773936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固定均值库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1183" y="2249424"/>
            <a:ext cx="256032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76FAD"/>
                </a:solidFill>
                <a:latin typeface="Microsoft YaHei"/>
                <a:ea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9784" y="1874519"/>
            <a:ext cx="2048256" cy="1170432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66944" y="2011679"/>
            <a:ext cx="177393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6877D"/>
                </a:solidFill>
                <a:latin typeface="Microsoft YaHei"/>
                <a:ea typeface="Microsoft YaHei"/>
              </a:defRPr>
            </a:pPr>
            <a:r>
              <a:t>单维校准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532887"/>
            <a:ext cx="1773936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每节点 σⱼ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8896" y="2249424"/>
            <a:ext cx="256032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76FAD"/>
                </a:solidFill>
                <a:latin typeface="Microsoft YaHei"/>
                <a:ea typeface="Microsoft Ya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97496" y="1874519"/>
            <a:ext cx="2048256" cy="1170432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34656" y="2011679"/>
            <a:ext cx="177393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76FAD"/>
                </a:solidFill>
                <a:latin typeface="Microsoft YaHei"/>
                <a:ea typeface="Microsoft YaHei"/>
              </a:defRPr>
            </a:pPr>
            <a:r>
              <a:t>联合RBF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4656" y="2532887"/>
            <a:ext cx="1773936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256维 · 跨维乘积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2249424"/>
            <a:ext cx="256032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76FAD"/>
                </a:solidFill>
                <a:latin typeface="Microsoft YaHei"/>
                <a:ea typeface="Microsoft YaHe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65208" y="1874519"/>
            <a:ext cx="2048256" cy="1170432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02368" y="2011679"/>
            <a:ext cx="1773936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76FAD"/>
                </a:solidFill>
                <a:latin typeface="Microsoft YaHei"/>
                <a:ea typeface="Microsoft YaHei"/>
              </a:defRPr>
            </a:pPr>
            <a:r>
              <a:t>Ridge读出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2532887"/>
            <a:ext cx="1773936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四类得分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40080" y="3337560"/>
          <a:ext cx="10927079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6145"/>
                <a:gridCol w="4043019"/>
                <a:gridCol w="4807915"/>
              </a:tblGrid>
              <a:tr h="53035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对照</a:t>
                      </a:r>
                    </a:p>
                  </a:txBody>
                  <a:tcPr marL="91440" marR="54864" anchor="ctr">
                    <a:solidFill>
                      <a:srgbClr val="163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设置</a:t>
                      </a:r>
                    </a:p>
                  </a:txBody>
                  <a:tcPr marL="91440" marR="54864" anchor="ctr">
                    <a:solidFill>
                      <a:srgbClr val="163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验证与评价</a:t>
                      </a:r>
                    </a:p>
                  </a:txBody>
                  <a:tcPr marL="91440" marR="54864" anchor="ctr">
                    <a:solidFill>
                      <a:srgbClr val="16375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调优共享宽度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所有节点共用一个σ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复用上一轮，核对预测一致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随机多宽度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10组随机256维宽度向量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每组只选alpha；全部报告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定向多宽度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逐节点搜索，最多2轮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严格改善才接受；先锁定后评价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85800" y="5605272"/>
            <a:ext cx="10881360" cy="521207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共同池：0.125 / 0.175 / 0.25 / 0.3 / 0.35 / 0.5 / 0.7 / 1.0</a:t>
            </a:r>
          </a:p>
          <a:p>
            <a:pPr>
              <a:spcAft>
                <a:spcPts val="700"/>
              </a:spcAft>
              <a:defRPr sz="15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注意：调整软件校准目标，不是器件物理调宽；定向与随机未做预算匹配。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0"/>
            <a:ext cx="1716881" cy="6400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4630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6327648"/>
            <a:ext cx="1737360" cy="3594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38912"/>
            <a:ext cx="108813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FYP · HaGRID 手势识别 | 阶段周报 · 2026.10.26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0704"/>
            <a:ext cx="1115568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6375B"/>
                </a:solidFill>
                <a:latin typeface="Microsoft YaHei"/>
                <a:ea typeface="Microsoft YaHei"/>
              </a:defRPr>
            </a:pPr>
            <a:r>
              <a:t>多宽度结果：缺失与离群小幅改善，定位抖动略降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6364224"/>
            <a:ext cx="83210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HaGRID / FYP_2026 · 已有响应库软件仿真 · 开发集探索性结果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36792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76FAD"/>
                </a:solidFill>
                <a:latin typeface="Microsoft YaHei"/>
                <a:ea typeface="Microsoft YaHei"/>
              </a:defRPr>
            </a:pPr>
            <a:r>
              <a:t>03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783080"/>
          <a:ext cx="1097280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016"/>
                <a:gridCol w="2194560"/>
                <a:gridCol w="2194560"/>
                <a:gridCol w="2194560"/>
                <a:gridCol w="1975104"/>
              </a:tblGrid>
              <a:tr h="420624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扰动类型</a:t>
                      </a:r>
                    </a:p>
                  </a:txBody>
                  <a:tcPr marL="91440" marR="54864" anchor="ctr">
                    <a:solidFill>
                      <a:srgbClr val="163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调优单宽度</a:t>
                      </a:r>
                    </a:p>
                  </a:txBody>
                  <a:tcPr marL="91440" marR="54864" anchor="ctr">
                    <a:solidFill>
                      <a:srgbClr val="163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定向多宽度</a:t>
                      </a:r>
                    </a:p>
                  </a:txBody>
                  <a:tcPr marL="91440" marR="54864" anchor="ctr">
                    <a:solidFill>
                      <a:srgbClr val="163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随机均值</a:t>
                      </a:r>
                    </a:p>
                  </a:txBody>
                  <a:tcPr marL="91440" marR="54864" anchor="ctr">
                    <a:solidFill>
                      <a:srgbClr val="163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定向−单宽度</a:t>
                      </a:r>
                    </a:p>
                  </a:txBody>
                  <a:tcPr marL="91440" marR="54864" anchor="ctr">
                    <a:solidFill>
                      <a:srgbClr val="16375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定位抖动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0.8326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0.8299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0.8047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-0.27 pp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关键点缺失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0.9158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0.9198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0.9139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+0.40 pp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离群点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0.8216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0.8280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0.7769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+0.64 pp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comparis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611880"/>
            <a:ext cx="10881360" cy="2450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3511296"/>
            <a:ext cx="108813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指标：Macro-F1；表为强度等权平均，图为各强度表现。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0"/>
            <a:ext cx="1716881" cy="6400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4630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6327648"/>
            <a:ext cx="1737360" cy="3594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38912"/>
            <a:ext cx="108813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FYP · HaGRID 手势识别 | 阶段周报 · 2026.10.26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0704"/>
            <a:ext cx="1115568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6375B"/>
                </a:solidFill>
                <a:latin typeface="Microsoft YaHei"/>
                <a:ea typeface="Microsoft YaHei"/>
              </a:defRPr>
            </a:pPr>
            <a:r>
              <a:t>Cycle响应验证：严重缺失更敏感，小幅多宽度收益仍保留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6364224"/>
            <a:ext cx="83210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HaGRID / FYP_2026 · 已有响应库软件仿真 · 开发集探索性结果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36792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76FAD"/>
                </a:solidFill>
                <a:latin typeface="Microsoft YaHei"/>
                <a:ea typeface="Microsoft YaHei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3931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76FAD"/>
                </a:solidFill>
                <a:latin typeface="Microsoft YaHei"/>
                <a:ea typeface="Microsoft YaHei"/>
              </a:defRPr>
            </a:pPr>
            <a:r>
              <a:t>冻结模型 · 10×10种子配对 · 单次Cycle查表 · 不追加噪声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240280"/>
          <a:ext cx="10927079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2499"/>
                <a:gridCol w="4152290"/>
                <a:gridCol w="4152290"/>
              </a:tblGrid>
              <a:tr h="43891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条件</a:t>
                      </a:r>
                    </a:p>
                  </a:txBody>
                  <a:tcPr marL="91440" marR="54864" anchor="ctr">
                    <a:solidFill>
                      <a:srgbClr val="163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单宽度：均值 → Cycle</a:t>
                      </a:r>
                    </a:p>
                  </a:txBody>
                  <a:tcPr marL="91440" marR="54864" anchor="ctr">
                    <a:solidFill>
                      <a:srgbClr val="163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多宽度：均值 → Cycle</a:t>
                      </a:r>
                    </a:p>
                  </a:txBody>
                  <a:tcPr marL="91440" marR="54864" anchor="ctr">
                    <a:solidFill>
                      <a:srgbClr val="16375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定位抖动20%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0.8650 → 0.8514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0.8584 → 0.8460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缺失14点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0.7169 → 0.6654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0.7243 → 0.6755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离群14点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0.6023 → 0.5983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0.6090 → 0.6043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cycle_robustn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114800"/>
            <a:ext cx="10881360" cy="19933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0"/>
            <a:ext cx="1716881" cy="6400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4630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6327648"/>
            <a:ext cx="1737360" cy="3594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438912"/>
            <a:ext cx="108813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FYP · HaGRID 手势识别 | 阶段周报 · 2026.10.26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0704"/>
            <a:ext cx="1115568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6375B"/>
                </a:solidFill>
                <a:latin typeface="Microsoft YaHei"/>
                <a:ea typeface="Microsoft YaHei"/>
              </a:defRPr>
            </a:pPr>
            <a:r>
              <a:t>阶段结论与下周计划：从参数搜索转向稳健校准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6364224"/>
            <a:ext cx="83210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HaGRID / FYP_2026 · 已有响应库软件仿真 · 开发集探索性结果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36792"/>
            <a:ext cx="457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76FAD"/>
                </a:solidFill>
                <a:latin typeface="Microsoft YaHei"/>
                <a:ea typeface="Microsoft YaHei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10512"/>
            <a:ext cx="5394960" cy="1874519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47672"/>
            <a:ext cx="51206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6877D"/>
                </a:solidFill>
                <a:latin typeface="Microsoft YaHei"/>
                <a:ea typeface="Microsoft YaHei"/>
              </a:defRPr>
            </a:pPr>
            <a:r>
              <a:t>已经得到的证据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5120640" cy="114299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多宽度：缺失/离群小幅受益，抖动不占优。</a:t>
            </a:r>
          </a:p>
          <a:p>
            <a:pPr>
              <a:spcAft>
                <a:spcPts val="700"/>
              </a:spcAft>
              <a:defRPr sz="16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Cycle：干净影响小，严重缺失下降约5 pp。</a:t>
            </a:r>
          </a:p>
          <a:p>
            <a:pPr>
              <a:spcAft>
                <a:spcPts val="700"/>
              </a:spcAft>
              <a:defRPr sz="16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结论强调条件和代价，不只展示好结果。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10512"/>
            <a:ext cx="5394960" cy="1874519"/>
          </a:xfrm>
          <a:prstGeom prst="round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47672"/>
            <a:ext cx="51206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76FAD"/>
                </a:solidFill>
                <a:latin typeface="Microsoft YaHei"/>
                <a:ea typeface="Microsoft YaHei"/>
              </a:defRPr>
            </a:pPr>
            <a:r>
              <a:t>已经完成的复核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68880"/>
            <a:ext cx="5120640" cy="114299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共享基线预测复现、用户划分与源文件哈希。</a:t>
            </a:r>
          </a:p>
          <a:p>
            <a:pPr>
              <a:spcAft>
                <a:spcPts val="700"/>
              </a:spcAft>
              <a:defRPr sz="16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校准矩阵等价核验；模型重载分数核对。</a:t>
            </a:r>
          </a:p>
          <a:p>
            <a:pPr>
              <a:spcAft>
                <a:spcPts val="700"/>
              </a:spcAft>
              <a:defRPr sz="1600" b="0">
                <a:solidFill>
                  <a:srgbClr val="526273"/>
                </a:solidFill>
                <a:latin typeface="Microsoft YaHei"/>
                <a:ea typeface="Microsoft YaHei"/>
              </a:defRPr>
            </a:pPr>
            <a:r>
              <a:t>原模拟器零附加噪声查表结果一致。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3986784"/>
          <a:ext cx="10927079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936"/>
                <a:gridCol w="7321143"/>
              </a:tblGrid>
              <a:tr h="43891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下一轮对照</a:t>
                      </a:r>
                    </a:p>
                  </a:txBody>
                  <a:tcPr marL="91440" marR="54864" anchor="ctr">
                    <a:solidFill>
                      <a:srgbClr val="163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仅改变训练的响应条件</a:t>
                      </a:r>
                    </a:p>
                  </a:txBody>
                  <a:tcPr marL="91440" marR="54864" anchor="ctr">
                    <a:solidFill>
                      <a:srgbClr val="16375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A  当前冻结模型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均值响应校准 + 均值响应分类头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B  Cycle感知校准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多Cycle拟合校准，隔离校准贡献</a:t>
                      </a:r>
                    </a:p>
                  </a:txBody>
                  <a:tcPr marL="91440" marR="54864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C  完整Cycle适配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375B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多Cycle拟合校准与分类头</a:t>
                      </a:r>
                    </a:p>
                  </a:txBody>
                  <a:tcPr marL="91440" marR="54864" anchor="ctr"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85800" y="5897880"/>
            <a:ext cx="10972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B86724"/>
                </a:solidFill>
                <a:latin typeface="Microsoft YaHei"/>
                <a:ea typeface="Microsoft YaHei"/>
              </a:defRPr>
            </a:pPr>
            <a:r>
              <a:t>边界：仍为软件响应库实验；未验证物理调宽、能耗/延迟优势或独立最终泛化。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